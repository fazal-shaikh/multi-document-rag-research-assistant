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Multi-Document RAG Research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powered by Gemini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Manual literature review is excessively slow.</a:t>
            </a:r>
          </a:p>
          <a:p>
            <a:pPr>
              <a:defRPr sz="2400"/>
            </a:pPr>
            <a:r>
              <a:t>Traditional keyword search limits deep discovery context.</a:t>
            </a:r>
          </a:p>
          <a:p>
            <a:pPr>
              <a:defRPr sz="2400"/>
            </a:pPr>
            <a:r>
              <a:t>Relevant information is scattered across multiple large PDFs, making cross-referencing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Implement a Retrieval-Augmented Generation (RAG) architecture.</a:t>
            </a:r>
          </a:p>
          <a:p>
            <a:pPr>
              <a:defRPr sz="2400"/>
            </a:pPr>
            <a:r>
              <a:t>Automatically parse and locally embed text from multiple documents.</a:t>
            </a:r>
          </a:p>
          <a:p>
            <a:pPr>
              <a:defRPr sz="2400"/>
            </a:pPr>
            <a:r>
              <a:t>Provide high-accuracy context injection for Large Language Models.</a:t>
            </a:r>
          </a:p>
          <a:p>
            <a:pPr>
              <a:defRPr sz="2400"/>
            </a:pPr>
            <a:r>
              <a:t>Deploy an interactive chat interface for rapid multi-document insight.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Document Loaders: Read raw text from PDF/DOCX.</a:t>
            </a:r>
          </a:p>
          <a:p>
            <a:pPr>
              <a:defRPr sz="2400"/>
            </a:pPr>
            <a:r>
              <a:t>2. Document Chunker: Splits text into overlapping context windows.</a:t>
            </a:r>
          </a:p>
          <a:p>
            <a:pPr>
              <a:defRPr sz="2400"/>
            </a:pPr>
            <a:r>
              <a:t>3. Embedder: Converts chunks into high-density mathematical vectors.</a:t>
            </a:r>
          </a:p>
          <a:p>
            <a:pPr>
              <a:defRPr sz="2400"/>
            </a:pPr>
            <a:r>
              <a:t>4. LLM Generation: Answers user queries using injected semantic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Frontend GUI: Streamlit</a:t>
            </a:r>
          </a:p>
          <a:p>
            <a:pPr>
              <a:defRPr sz="2400"/>
            </a:pPr>
            <a:r>
              <a:t>Orchestration Framework: LangChain</a:t>
            </a:r>
          </a:p>
          <a:p>
            <a:pPr>
              <a:defRPr sz="2400"/>
            </a:pPr>
            <a:r>
              <a:t>Vector Database Engine: FAISS (CPU Optimized)</a:t>
            </a:r>
          </a:p>
          <a:p>
            <a:pPr>
              <a:defRPr sz="2400"/>
            </a:pPr>
            <a:r>
              <a:t>LLM Provider: Google GenAI (Gemini Models)</a:t>
            </a:r>
          </a:p>
          <a:p>
            <a:pPr>
              <a:defRPr sz="2400"/>
            </a:pPr>
            <a:r>
              <a:t>Environment Management: Python &amp; python-dotenv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Similarity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Documents are chunked and converted into mathematical coordinate vectors.</a:t>
            </a:r>
          </a:p>
          <a:p>
            <a:pPr>
              <a:defRPr sz="2400"/>
            </a:pPr>
            <a:r>
              <a:t>When users ask a question, the question itself is mathematically vectorized.</a:t>
            </a:r>
          </a:p>
          <a:p>
            <a:pPr>
              <a:defRPr sz="2400"/>
            </a:pPr>
            <a:r>
              <a:t>The system mathematically computes the nearest 'cosine distance' between the question vector and the document chunks.</a:t>
            </a:r>
          </a:p>
          <a:p>
            <a:pPr>
              <a:defRPr sz="2400"/>
            </a:pPr>
            <a:r>
              <a:t>The nearest chunks form the specific context used to answer the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RAG over Fine-Tuning?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Hallucination Prevention: RAG anchors the LLM strictly to factual uploaded context.</a:t>
            </a:r>
          </a:p>
          <a:p>
            <a:pPr>
              <a:defRPr sz="2400"/>
            </a:pPr>
            <a:r>
              <a:t>Citations: It allows traceable quoting from source materials.</a:t>
            </a:r>
          </a:p>
          <a:p>
            <a:pPr>
              <a:defRPr sz="2400"/>
            </a:pPr>
            <a:r>
              <a:t>Cost-Efficiency: Requires exactly zero model training costs.</a:t>
            </a:r>
          </a:p>
          <a:p>
            <a:pPr>
              <a:defRPr sz="2400"/>
            </a:pPr>
            <a:r>
              <a:t>Agility: Instantly update knowledge by just dropping a new file 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Robustness &amp; Modularity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Architected with Object-Oriented multi-file modularity.</a:t>
            </a:r>
          </a:p>
          <a:p>
            <a:pPr>
              <a:defRPr sz="2400"/>
            </a:pPr>
            <a:r>
              <a:t>Separate components for Chunking, Loading, Validating, and Retrieving.</a:t>
            </a:r>
          </a:p>
          <a:p>
            <a:pPr>
              <a:defRPr sz="2400"/>
            </a:pPr>
            <a:r>
              <a:t>Extensive defensive programming through try/except safety nets.</a:t>
            </a:r>
          </a:p>
          <a:p>
            <a:pPr>
              <a:defRPr sz="2400"/>
            </a:pPr>
            <a:r>
              <a:t>Corrupted files are skipped gracefully without crashing the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Hardware Constraints: FAISS is stored entirely in local machine RAM.</a:t>
            </a:r>
          </a:p>
          <a:p>
            <a:pPr>
              <a:defRPr sz="2400"/>
            </a:pPr>
            <a:r>
              <a:t>Scale Limits: Indexing 10,000 dense PDFs natively would cause an Out-Of-Memory failure without a distributed graph-database.</a:t>
            </a:r>
          </a:p>
          <a:p>
            <a:pPr>
              <a:defRPr sz="2400"/>
            </a:pPr>
            <a:r>
              <a:t>Connectivity: Heavy reliance on stable internet access to reach the external Google Gemini Endpoint.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assistant successfully bridges the gap between deep local repositories and advanced generative models.</a:t>
            </a:r>
          </a:p>
          <a:p>
            <a:pPr>
              <a:defRPr sz="2400"/>
            </a:pPr>
            <a:r>
              <a:t>Accelerates research velocity efficiently.</a:t>
            </a:r>
          </a:p>
          <a:p>
            <a:pPr>
              <a:defRPr sz="2400"/>
            </a:pPr>
            <a:r>
              <a:t>Let's move over to the live Streamlit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